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0cc41d7-81bc-41f9-f54f-498870310f8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esarrollo" id="{b12c0272-e0cf-49dd-38e5-e643a3fab736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ierre" id="{6780aef6-3217-0bb0-6d01-a1efe7d0a0e5}">
          <p14:sldIdLst>
            <p14:sldId id="274"/>
            <p14:sldId id="275"/>
          </p14:sldIdLst>
        </p14:section>
        <p14:section name="Cierre alterno" id="{9fe36644-03f1-5c78-2d4f-2c0d07a6c398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Reemplaza el título y tu nombre. El fondo es una imagen de degradado: no la recolorees ni la estires. El logo va sobre la zona clara de la izquierda; no se mueve ni se recolorea. La ilustración de Devy y Oso abrazados puede quedarse o quitarse.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1 DE 7 — Sala de control. Devy señalando una arquitectura segura. Va bien con charlas de plataforma, seguridad o infraestructura.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2 DE 7 — Nube y contenedores. La más abstracta y técnica. Va bien con cloud, contenedores o datos.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3 DE 7 — Tablero de observabilidad. Paneles de salud y métricas. Va bien con SRE, observabilidad o fiabilidad.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4 DE 7 — Pipeline y automatización. Flujo de CI/CD y agentes. Va bien con automatización, entrega continua o IA.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5 DE 7 — Conversación con la ciudad. Registro de charla relajada, fondo claro. Va bien con temas de cultura y equipo.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6 DE 7 — Conversación en escenario. Misma idea que la anterior pero en registro nocturno.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OPCIONAL 7 DE 7 — Entrevista. La más sobria de las siete. Va bien con charlas de liderazgo o de experiencia. Elige UNA portada (la 1 o una de estas siete) y borra las demás antes de presentar. La escena está construida para dejar libre la franja izquierda: no muevas el bloque de texto hacia el centro ni estires la imagen, que perdería la proporción del disuelto de 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 SOY. Arrastra tu foto dentro del marco de la izquierda y tu logo al marco de la derecha. Si no tienes logo, borra ese marco y su pie. Mantén la bio en tres líneas como máximo.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Cuatro bloques como máximo. Si tu charla tiene tres, borra la última fila y su separador.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SEPARADOR. Duplica esta lámina para cada sección y cambia el número. Da respiro entre bloques.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COLUMNAS. El título dice el mensaje; las columnas lo sostienen. Máximo cuatro viñetas por columna.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CÓDIGO. Cuerpo a 16pt como mínimo: desde la última fila nadie lee 10pt. Usa color para una cosa, no para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 CLAVE. Una oración, sin subordinadas. Si necesitas dos, son dos láminas.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CITA. Solo citas reales y atribuibles. Si no puedes nombrar la fuente, no es una cita: es una opinión tuya.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DEMO. Deja siempre una captura del resultado dentro del marco: si la demo falla en vivo, la charla continúa.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DIAGRAMA. Un diagrama por lámina. Si tiene más de siete cajas, divídelo o simplifícalo.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COMPARATIVA. Di también qué NO mejoró. La audiencia técnica confía más en quien reconoce los límites.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RECURSOS. Pon enlaces cortos y que sigan vivos el día del evento. Comprueba cada uno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Deja esta lámina proyectada durante las preguntas: tu contacto y el hashtag quedan visibles. A la derecha está la ilustración de grupo «Amigos de Devy» (pose aprobada 2026, una sola imagen). Si necesitas moverla o escalarla, hazlo manteniendo la proporción; no la recortes por personaje ni la recolorees, y no sustituyas a Devy por una versión con corazones en las mejillas. Detrás de esta lámina hay cuatro cierres alternativos con escenas a sangre: quédate con uno y borra el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OPCIONAL 1 DE 4 — Selfie del equipo. Escena de lounge, registro nocturno. La más cercana y informal de las cuatro. Elige UNA lámina de cierre (la 14 o una de estas cuatro) y borra las demás antes de presentar. El velo blanco de la izquierda está ahí para que el texto se lea sobre cualquiera de las escenas: no lo quites ni muevas el bloque de contacto fuera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OPCIONAL 2 DE 4 — Mesa de trabajo. Escena de colaboración. Útil si tu charla va de equipo, práctica o proceso. Elige UNA lámina de cierre (la 14 o una de estas cuatro) y borra las demás antes de presentar. El velo blanco de la izquierda está ahí para que el texto se lea sobre cualquiera de las escenas: no lo quites ni muevas el bloque de contacto fuera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OPCIONAL 3 DE 4 — Llegada al evento. Escena de hall con los cerros al fondo. La más reconociblemente bogotana. Elige UNA lámina de cierre (la 14 o una de estas cuatro) y borra las demás antes de presentar. El velo blanco de la izquierda está ahí para que el texto se lea sobre cualquiera de las escenas: no lo quites ni muevas el bloque de contacto fuera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OPCIONAL 4 DE 4 — Charla en el auditorio. Escena de escenario. Funciona bien si cierras invitando a la siguiente charla. Elige UNA lámina de cierre (la 14 o una de estas cuatro) y borra las demás antes de presentar. El velo blanco de la izquierda está ahí para que el texto se lea sobre cualquiera de las escenas: no lo quites ni muevas el bloque de contacto fuera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gradado" descr="/tmp/claude-0/-home-claude/5ec21709-fc46-5733-a412-4634ee5d7730/scratchpad/ppt/img/fondo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ort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8368"/>
            <a:ext cx="2651760" cy="1170432"/>
          </a:xfrm>
          <a:prstGeom prst="rect">
            <a:avLst/>
          </a:prstGeom>
        </p:spPr>
      </p:pic>
      <p:pic>
        <p:nvPicPr>
          <p:cNvPr id="4" name="abrazo" descr="/tmp/claude-0/-home-claude/5ec21709-fc46-5733-a412-4634ee5d7730/scratchpad/ppt/img/abrazo-devy-o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807208"/>
            <a:ext cx="2926080" cy="308884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640080" y="2468880"/>
            <a:ext cx="78638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4200" b="1" dirty="0">
                <a:solidFill>
                  <a:srgbClr val="071329"/>
                </a:solidFill>
              </a:rPr>
              <a:t>Título de tu charla</a:t>
            </a:r>
            <a:endParaRPr lang="en-US" sz="4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40080" y="4389120"/>
            <a:ext cx="78638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Nombre Apellido  ·  Cargo, Empresa</a:t>
            </a:r>
            <a:endParaRPr lang="en-US" sz="1800" dirty="0"/>
          </a:p>
        </p:txBody>
      </p:sp>
      <p:sp>
        <p:nvSpPr>
          <p:cNvPr id="7" name="datos-evento"/>
          <p:cNvSpPr txBox="1"/>
          <p:nvPr/>
        </p:nvSpPr>
        <p:spPr>
          <a:xfrm>
            <a:off x="640080" y="5440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1329"/>
                </a:solidFill>
              </a:rPr>
              <a:t>23 · 10 · 2026   ·   Compensar Av. 68   ·   Bogotá</a:t>
            </a:r>
            <a:endParaRPr lang="en-US" sz="2000" dirty="0"/>
          </a:p>
        </p:txBody>
      </p:sp>
      <p:sp>
        <p:nvSpPr>
          <p:cNvPr id="8" name="hashtag"/>
          <p:cNvSpPr txBox="1"/>
          <p:nvPr/>
        </p:nvSpPr>
        <p:spPr>
          <a:xfrm>
            <a:off x="640080" y="5925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nel" descr="/tmp/claude-0/-home-claude/5ec21709-fc46-5733-a412-4634ee5d7730/scratchpad/ppt/img/panel-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7619695" cy="6858000"/>
          </a:xfrm>
          <a:prstGeom prst="rect">
            <a:avLst/>
          </a:prstGeom>
        </p:spPr>
      </p:pic>
      <p:pic>
        <p:nvPicPr>
          <p:cNvPr id="3" name="amigos" descr="/tmp/claude-0/-home-claude/5ec21709-fc46-5733-a412-4634ee5d7730/scratchpad/ppt/img/grupo-amig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969264"/>
            <a:ext cx="7223760" cy="5663794"/>
          </a:xfrm>
          <a:prstGeom prst="rect">
            <a:avLst/>
          </a:prstGeom>
        </p:spPr>
      </p:pic>
      <p:pic>
        <p:nvPicPr>
          <p:cNvPr id="4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5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Cierre</a:t>
            </a:r>
            <a:endParaRPr lang="en-US" sz="1700" dirty="0"/>
          </a:p>
        </p:txBody>
      </p:sp>
      <p:sp>
        <p:nvSpPr>
          <p:cNvPr id="8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C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-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elo" descr="/tmp/claude-0/-home-claude/5ec21709-fc46-5733-a412-4634ee5d7730/scratchpad/ppt/img/velo-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Cierre</a:t>
            </a:r>
            <a:endParaRPr lang="en-US" sz="1700" dirty="0"/>
          </a:p>
        </p:txBody>
      </p:sp>
      <p:sp>
        <p:nvSpPr>
          <p:cNvPr id="7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5C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-pie" descr="/tmp/claude-0/-home-claude/5ec21709-fc46-5733-a412-4634ee5d7730/scratchpad/ppt/img/onda-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05195"/>
            <a:ext cx="12191695" cy="952805"/>
          </a:xfrm>
          <a:prstGeom prst="rect">
            <a:avLst/>
          </a:prstGeom>
        </p:spPr>
      </p:pic>
      <p:pic>
        <p:nvPicPr>
          <p:cNvPr id="3" name="logo-pie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078992" cy="475488"/>
          </a:xfrm>
          <a:prstGeom prst="rect">
            <a:avLst/>
          </a:prstGeom>
        </p:spPr>
      </p:pic>
      <p:sp>
        <p:nvSpPr>
          <p:cNvPr id="4" name="pie-url"/>
          <p:cNvSpPr txBox="1"/>
          <p:nvPr/>
        </p:nvSpPr>
        <p:spPr>
          <a:xfrm>
            <a:off x="8625535" y="6309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448FF"/>
          </a:solidFill>
          <a:ln w="12700">
            <a:solidFill>
              <a:srgbClr val="2448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2668" y="512064"/>
            <a:ext cx="9144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05256" y="512064"/>
            <a:ext cx="91440" cy="91440"/>
          </a:xfrm>
          <a:prstGeom prst="rect">
            <a:avLst/>
          </a:prstGeom>
          <a:solidFill>
            <a:srgbClr val="00BCEB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40" kern="0" dirty="0">
                <a:solidFill>
                  <a:srgbClr val="6D28D9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EYEBROW</a:t>
            </a:r>
            <a:endParaRPr lang="en-US" sz="1200" dirty="0"/>
          </a:p>
        </p:txBody>
      </p:sp>
      <p:sp>
        <p:nvSpPr>
          <p:cNvPr id="9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Título de la lámina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-pie" descr="/tmp/claude-0/-home-claude/5ec21709-fc46-5733-a412-4634ee5d7730/scratchpad/ppt/img/onda-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05195"/>
            <a:ext cx="12191695" cy="952805"/>
          </a:xfrm>
          <a:prstGeom prst="rect">
            <a:avLst/>
          </a:prstGeom>
        </p:spPr>
      </p:pic>
      <p:pic>
        <p:nvPicPr>
          <p:cNvPr id="3" name="logo-pie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078992" cy="475488"/>
          </a:xfrm>
          <a:prstGeom prst="rect">
            <a:avLst/>
          </a:prstGeom>
        </p:spPr>
      </p:pic>
      <p:sp>
        <p:nvSpPr>
          <p:cNvPr id="4" name="pie-url"/>
          <p:cNvSpPr txBox="1"/>
          <p:nvPr/>
        </p:nvSpPr>
        <p:spPr>
          <a:xfrm>
            <a:off x="8625535" y="6309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640080" y="512064"/>
            <a:ext cx="91440" cy="91440"/>
          </a:xfrm>
          <a:prstGeom prst="rect">
            <a:avLst/>
          </a:prstGeom>
          <a:solidFill>
            <a:srgbClr val="2448FF"/>
          </a:solidFill>
          <a:ln w="12700">
            <a:solidFill>
              <a:srgbClr val="2448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2668" y="512064"/>
            <a:ext cx="9144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05256" y="512064"/>
            <a:ext cx="91440" cy="91440"/>
          </a:xfrm>
          <a:prstGeom prst="rect">
            <a:avLst/>
          </a:prstGeom>
          <a:solidFill>
            <a:srgbClr val="00BCEB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4"/>
          <p:cNvSpPr/>
          <p:nvPr>
            <p:ph idx="106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Título de la lámina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das" descr="/tmp/claude-0/-home-claude/5ec21709-fc46-5733-a412-4634ee5d7730/scratchpad/ppt/img/fondo-divi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-pie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199632"/>
            <a:ext cx="1078992" cy="475488"/>
          </a:xfrm>
          <a:prstGeom prst="rect">
            <a:avLst/>
          </a:prstGeom>
        </p:spPr>
      </p:pic>
      <p:sp>
        <p:nvSpPr>
          <p:cNvPr id="4" name="pie-url"/>
          <p:cNvSpPr txBox="1"/>
          <p:nvPr/>
        </p:nvSpPr>
        <p:spPr>
          <a:xfrm>
            <a:off x="8625535" y="6309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000" dirty="0"/>
          </a:p>
        </p:txBody>
      </p:sp>
      <p:sp>
        <p:nvSpPr>
          <p:cNvPr id="5" name="Shape 1"/>
          <p:cNvSpPr/>
          <p:nvPr/>
        </p:nvSpPr>
        <p:spPr>
          <a:xfrm>
            <a:off x="640080" y="2084832"/>
            <a:ext cx="146304" cy="146304"/>
          </a:xfrm>
          <a:prstGeom prst="rect">
            <a:avLst/>
          </a:prstGeom>
          <a:solidFill>
            <a:srgbClr val="2448FF"/>
          </a:solidFill>
          <a:ln w="12700">
            <a:solidFill>
              <a:srgbClr val="2448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27532" y="2084832"/>
            <a:ext cx="146304" cy="1463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014984" y="2084832"/>
            <a:ext cx="146304" cy="146304"/>
          </a:xfrm>
          <a:prstGeom prst="rect">
            <a:avLst/>
          </a:prstGeom>
          <a:solidFill>
            <a:srgbClr val="00BCEB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640080" y="2395728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400" b="1" dirty="0">
                <a:solidFill>
                  <a:srgbClr val="2448FF"/>
                </a:solidFill>
              </a:defRPr>
            </a:lvl1pPr>
          </a:lstStyle>
          <a:p>
            <a:pPr indent="0" marL="0">
              <a:buNone/>
            </a:pPr>
            <a:r>
              <a:rPr lang="en-US" sz="6400" b="1" dirty="0">
                <a:solidFill>
                  <a:srgbClr val="2448FF"/>
                </a:solidFill>
              </a:rPr>
              <a:t>01</a:t>
            </a:r>
            <a:endParaRPr lang="en-US" sz="6400" dirty="0"/>
          </a:p>
        </p:txBody>
      </p:sp>
      <p:sp>
        <p:nvSpPr>
          <p:cNvPr id="9" name="Text 4"/>
          <p:cNvSpPr/>
          <p:nvPr>
            <p:ph idx="107" type="title" hasCustomPrompt="1"/>
          </p:nvPr>
        </p:nvSpPr>
        <p:spPr>
          <a:xfrm>
            <a:off x="640080" y="3456432"/>
            <a:ext cx="8595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071329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071329"/>
                </a:solidFill>
              </a:rPr>
              <a:t>Nombre de la sección</a:t>
            </a:r>
            <a:endParaRPr lang="en-US" sz="38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640080" y="4407408"/>
            <a:ext cx="7498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75569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Una línea que anticipa de qué va esta parte.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640080" y="246888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71329"/>
                </a:solidFill>
              </a:rPr>
              <a:t>Título de tu charla</a:t>
            </a:r>
            <a:endParaRPr lang="en-US" sz="4200" dirty="0"/>
          </a:p>
        </p:txBody>
      </p:sp>
      <p:sp>
        <p:nvSpPr>
          <p:cNvPr id="3" name="Text 0"/>
          <p:cNvSpPr/>
          <p:nvPr>
            <p:ph idx="104" type="body" hasCustomPrompt="1"/>
          </p:nvPr>
        </p:nvSpPr>
        <p:spPr>
          <a:xfrm>
            <a:off x="640080" y="4389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Nombre Apellido  ·  Cargo, Empresa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portada-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4" name="titulo"/>
          <p:cNvSpPr txBox="1"/>
          <p:nvPr/>
        </p:nvSpPr>
        <p:spPr>
          <a:xfrm>
            <a:off x="640080" y="178308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329"/>
                </a:solidFill>
              </a:rPr>
              <a:t>Título de tu charla</a:t>
            </a:r>
            <a:endParaRPr lang="en-US" sz="3000" dirty="0"/>
          </a:p>
        </p:txBody>
      </p:sp>
      <p:sp>
        <p:nvSpPr>
          <p:cNvPr id="5" name="ponente"/>
          <p:cNvSpPr txBox="1"/>
          <p:nvPr/>
        </p:nvSpPr>
        <p:spPr>
          <a:xfrm>
            <a:off x="640080" y="3767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Nombre Apellido  ·  Cargo, Empresa</a:t>
            </a:r>
            <a:endParaRPr lang="en-US" sz="1500" dirty="0"/>
          </a:p>
        </p:txBody>
      </p:sp>
      <p:sp>
        <p:nvSpPr>
          <p:cNvPr id="6" name="datos-evento"/>
          <p:cNvSpPr txBox="1"/>
          <p:nvPr/>
        </p:nvSpPr>
        <p:spPr>
          <a:xfrm>
            <a:off x="640080" y="51389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23 · 10 · 2026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71329"/>
                </a:solidFill>
              </a:rPr>
              <a:t>Compensar Av. 68 · Bogotá</a:t>
            </a:r>
            <a:endParaRPr lang="en-US" sz="1500" dirty="0"/>
          </a:p>
        </p:txBody>
      </p:sp>
      <p:sp>
        <p:nvSpPr>
          <p:cNvPr id="7" name="hashtag"/>
          <p:cNvSpPr txBox="1"/>
          <p:nvPr/>
        </p:nvSpPr>
        <p:spPr>
          <a:xfrm>
            <a:off x="640080" y="6053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ABOUT THE SPEAKER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Quién soy</a:t>
            </a:r>
            <a:endParaRPr lang="en-US" sz="3200" dirty="0"/>
          </a:p>
        </p:txBody>
      </p:sp>
      <p:sp>
        <p:nvSpPr>
          <p:cNvPr id="4" name="marco-TU FOTO"/>
          <p:cNvSpPr/>
          <p:nvPr/>
        </p:nvSpPr>
        <p:spPr>
          <a:xfrm>
            <a:off x="640080" y="1874520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F4F7FC"/>
          </a:solidFill>
          <a:ln w="15875">
            <a:solidFill>
              <a:srgbClr val="5C729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0906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0"/>
                </a:solidFill>
              </a:rPr>
              <a:t>TU FOTO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cuadrada 1:1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745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71329"/>
                </a:solidFill>
              </a:rPr>
              <a:t>Nombre Apellido</a:t>
            </a:r>
            <a:endParaRPr lang="en-US" sz="2600" dirty="0"/>
          </a:p>
          <a:p>
            <a:pPr indent="0" marL="0">
              <a:buNone/>
            </a:pPr>
            <a:r>
              <a:rPr lang="en-US" sz="1500" dirty="0">
                <a:solidFill>
                  <a:srgbClr val="6D28D9"/>
                </a:solidFill>
              </a:rPr>
              <a:t>Cargo · Empresa · Ciudad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017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Dos o tres líneas de biografía. Qué haces, en qué trabajas hoy y por qué este tema te importa.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75569"/>
                </a:solidFill>
              </a:rPr>
              <a:t>Evita el currículum completo: la audiencia quiere saber por qué escucharte en los próximos 30 minutos.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4526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6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@tu_handle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6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linkedin.com/in/tu-perfil</a:t>
            </a:r>
            <a:endParaRPr lang="en-US" sz="1200" dirty="0"/>
          </a:p>
        </p:txBody>
      </p:sp>
      <p:sp>
        <p:nvSpPr>
          <p:cNvPr id="9" name="marco-TU LOGO"/>
          <p:cNvSpPr/>
          <p:nvPr/>
        </p:nvSpPr>
        <p:spPr>
          <a:xfrm>
            <a:off x="9418320" y="1874520"/>
            <a:ext cx="2130552" cy="1371600"/>
          </a:xfrm>
          <a:prstGeom prst="roundRect">
            <a:avLst>
              <a:gd name="adj" fmla="val 4000"/>
            </a:avLst>
          </a:prstGeom>
          <a:solidFill>
            <a:srgbClr val="F4F7FC"/>
          </a:solidFill>
          <a:ln w="15875">
            <a:solidFill>
              <a:srgbClr val="5C729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9418320" y="2176272"/>
            <a:ext cx="2130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0"/>
                </a:solidFill>
              </a:rPr>
              <a:t>TU LOGO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3310128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Tu empresa o comunidad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De qué vamos a hablar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329"/>
                </a:solidFill>
              </a:rPr>
              <a:t>El problema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Qué duele hoy y a quién le duele.</a:t>
            </a:r>
            <a:endParaRPr lang="en-US" sz="1500" dirty="0"/>
          </a:p>
        </p:txBody>
      </p:sp>
      <p:sp>
        <p:nvSpPr>
          <p:cNvPr id="7" name="sep-0"/>
          <p:cNvSpPr/>
          <p:nvPr/>
        </p:nvSpPr>
        <p:spPr>
          <a:xfrm>
            <a:off x="640080" y="2670048"/>
            <a:ext cx="10911535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329"/>
                </a:solidFill>
              </a:rPr>
              <a:t>Lo que intentamos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Lo que probamos y lo que se rompió.</a:t>
            </a:r>
            <a:endParaRPr lang="en-US" sz="1500" dirty="0"/>
          </a:p>
        </p:txBody>
      </p:sp>
      <p:sp>
        <p:nvSpPr>
          <p:cNvPr id="11" name="sep-1"/>
          <p:cNvSpPr/>
          <p:nvPr/>
        </p:nvSpPr>
        <p:spPr>
          <a:xfrm>
            <a:off x="640080" y="3675888"/>
            <a:ext cx="10911535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9319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931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329"/>
                </a:solidFill>
              </a:rPr>
              <a:t>Lo que funcionó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La solución, con sus límites.</a:t>
            </a:r>
            <a:endParaRPr lang="en-US" sz="1500" dirty="0"/>
          </a:p>
        </p:txBody>
      </p:sp>
      <p:sp>
        <p:nvSpPr>
          <p:cNvPr id="15" name="sep-2"/>
          <p:cNvSpPr/>
          <p:nvPr/>
        </p:nvSpPr>
        <p:spPr>
          <a:xfrm>
            <a:off x="640080" y="4681728"/>
            <a:ext cx="10911535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937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4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937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1329"/>
                </a:solidFill>
              </a:rPr>
              <a:t>Qué te llevas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Tres cosas accionables.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640080" y="239572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448FF"/>
                </a:solidFill>
              </a:rPr>
              <a:t>01</a:t>
            </a:r>
            <a:endParaRPr lang="en-US" sz="64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345643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71329"/>
                </a:solidFill>
              </a:rPr>
              <a:t>Nombre de la sección</a:t>
            </a:r>
            <a:endParaRPr lang="en-US" sz="3800" dirty="0"/>
          </a:p>
        </p:txBody>
      </p:sp>
      <p:sp>
        <p:nvSpPr>
          <p:cNvPr id="4" name="Text 4"/>
          <p:cNvSpPr/>
          <p:nvPr>
            <p:ph idx="108" type="body" hasCustomPrompt="1"/>
          </p:nvPr>
        </p:nvSpPr>
        <p:spPr>
          <a:xfrm>
            <a:off x="640080" y="44074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Una línea que anticipa de qué va esta parte.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EL PROBLEMA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Un mensaje por lámina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8D9"/>
                </a:solidFill>
              </a:rPr>
              <a:t>Lo que vemos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50592"/>
            <a:ext cx="522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Primera observación concreta.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Segunda observación, con un dato si lo tienes.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Tercera observación.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192024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8D9"/>
                </a:solidFill>
              </a:rPr>
              <a:t>Por qué pasa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324448" y="2450592"/>
            <a:ext cx="522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Primera causa.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Segunda causa.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Tercera causa.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CODE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Muestra solo las líneas que importan</a:t>
            </a:r>
            <a:endParaRPr lang="en-US" sz="3200" dirty="0"/>
          </a:p>
        </p:txBody>
      </p:sp>
      <p:sp>
        <p:nvSpPr>
          <p:cNvPr id="4" name="bloque-codigo"/>
          <p:cNvSpPr/>
          <p:nvPr/>
        </p:nvSpPr>
        <p:spPr>
          <a:xfrm>
            <a:off x="640080" y="1874520"/>
            <a:ext cx="10911535" cy="3200400"/>
          </a:xfrm>
          <a:prstGeom prst="roundRect">
            <a:avLst>
              <a:gd name="adj" fmla="val 1429"/>
            </a:avLst>
          </a:prstGeom>
          <a:solidFill>
            <a:srgbClr val="071329"/>
          </a:solidFill>
          <a:ln w="12700">
            <a:solidFill>
              <a:srgbClr val="07132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21408"/>
            <a:ext cx="102714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8F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pega aquí tu fragmento — 12 líneas como máximo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build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test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deploy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deploy: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when: 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C8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environment: 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C8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57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Resalta en color solo lo que quieres que miren. Si no cabe en 12 líneas, parte la lámina.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3" name="Text 4"/>
          <p:cNvSpPr/>
          <p:nvPr>
            <p:ph idx="106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La frase que quieres que recuerden</a:t>
            </a:r>
            <a:endParaRPr lang="en-US" sz="3200" dirty="0"/>
          </a:p>
        </p:txBody>
      </p:sp>
      <p:sp>
        <p:nvSpPr>
          <p:cNvPr id="4" name="bloque-idea"/>
          <p:cNvSpPr/>
          <p:nvPr/>
        </p:nvSpPr>
        <p:spPr>
          <a:xfrm>
            <a:off x="640080" y="1920240"/>
            <a:ext cx="10911535" cy="3017520"/>
          </a:xfrm>
          <a:prstGeom prst="roundRect">
            <a:avLst>
              <a:gd name="adj" fmla="val 1515"/>
            </a:avLst>
          </a:prstGeom>
          <a:solidFill>
            <a:srgbClr val="F4F7FC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377440"/>
            <a:ext cx="9814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Escribe aquí la idea en una sola oración, en tus propias palabras.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9319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Una línea de apoyo: el matiz, el límite o el siguiente paso.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QUOTE</a:t>
            </a:r>
            <a:endParaRPr lang="en-US" sz="1200" dirty="0"/>
          </a:p>
        </p:txBody>
      </p:sp>
      <p:sp>
        <p:nvSpPr>
          <p:cNvPr id="3" name="Text 4"/>
          <p:cNvSpPr/>
          <p:nvPr>
            <p:ph idx="106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Una voz que no es la tuya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2448FF"/>
                </a:solidFill>
              </a:rPr>
              <a:t>“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148840"/>
            <a:ext cx="94484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071329"/>
                </a:solidFill>
              </a:rPr>
              <a:t>La cita va aquí, textual y corta. Si tienes que recortarla, marca el recorte con puntos suspensivos.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88620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329"/>
                </a:solidFill>
              </a:rPr>
              <a:t>Nombre de quien lo dijo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Cargo, empresa o fuente verificable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DEMO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Qué vas a ver en vivo</a:t>
            </a:r>
            <a:endParaRPr lang="en-US" sz="3200" dirty="0"/>
          </a:p>
        </p:txBody>
      </p:sp>
      <p:sp>
        <p:nvSpPr>
          <p:cNvPr id="4" name="marco-CAPTURA O VIDEO"/>
          <p:cNvSpPr/>
          <p:nvPr/>
        </p:nvSpPr>
        <p:spPr>
          <a:xfrm>
            <a:off x="640080" y="187452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F4F7FC"/>
          </a:solidFill>
          <a:ln w="15875">
            <a:solidFill>
              <a:srgbClr val="5C729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273552"/>
            <a:ext cx="6858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0"/>
                </a:solidFill>
              </a:rPr>
              <a:t>CAPTURA O VIDEO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1874520"/>
            <a:ext cx="365760" cy="36576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Punto de partida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2585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El estado inicial, en una frase.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90672"/>
            <a:ext cx="365760" cy="36576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30906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La acción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4747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Lo que vas a ejecutar.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4306824"/>
            <a:ext cx="365760" cy="365760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306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El resultado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690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Qué debe pasar si todo sale bien.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DIAGRAM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La arquitectura, en una imagen</a:t>
            </a:r>
            <a:endParaRPr lang="en-US" sz="3200" dirty="0"/>
          </a:p>
        </p:txBody>
      </p:sp>
      <p:sp>
        <p:nvSpPr>
          <p:cNvPr id="4" name="marco-TU DIAGRAMA"/>
          <p:cNvSpPr/>
          <p:nvPr/>
        </p:nvSpPr>
        <p:spPr>
          <a:xfrm>
            <a:off x="640080" y="1783080"/>
            <a:ext cx="10911535" cy="3703320"/>
          </a:xfrm>
          <a:prstGeom prst="roundRect">
            <a:avLst>
              <a:gd name="adj" fmla="val 1481"/>
            </a:avLst>
          </a:prstGeom>
          <a:solidFill>
            <a:srgbClr val="F4F7FC"/>
          </a:solidFill>
          <a:ln w="15875">
            <a:solidFill>
              <a:srgbClr val="5C729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250692"/>
            <a:ext cx="10911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0"/>
                </a:solidFill>
              </a:rPr>
              <a:t>TU DIAGRAMA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o SVG, fondo claro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Pie de figura: qué mira la audiencia primero y en qué orden.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BEFORE &amp; AFTER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Qué cambió de verdad</a:t>
            </a:r>
            <a:endParaRPr lang="en-US" sz="3200" dirty="0"/>
          </a:p>
        </p:txBody>
      </p:sp>
      <p:sp>
        <p:nvSpPr>
          <p:cNvPr id="4" name="tarjeta-0"/>
          <p:cNvSpPr/>
          <p:nvPr/>
        </p:nvSpPr>
        <p:spPr>
          <a:xfrm>
            <a:off x="640080" y="1874520"/>
            <a:ext cx="5227168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071329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19456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475569"/>
                </a:solidFill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97480"/>
            <a:ext cx="440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Cómo era el proceso.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Cuánto tomaba.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Qué se rompía.</a:t>
            </a:r>
            <a:endParaRPr lang="en-US" sz="1600" dirty="0"/>
          </a:p>
        </p:txBody>
      </p:sp>
      <p:sp>
        <p:nvSpPr>
          <p:cNvPr id="7" name="tarjeta-1"/>
          <p:cNvSpPr/>
          <p:nvPr/>
        </p:nvSpPr>
        <p:spPr>
          <a:xfrm>
            <a:off x="6324448" y="1874520"/>
            <a:ext cx="5227168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127000" dist="25400" dir="5400000">
              <a:srgbClr val="071329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35928" y="219456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6D28D9"/>
                </a:solidFill>
              </a:rPr>
              <a:t>DESPUÉS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735928" y="2697480"/>
            <a:ext cx="440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Cómo es ahora.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Cuánto toma.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71329"/>
                </a:solidFill>
              </a:rPr>
              <a:t>Qué sigue sin resolverse.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6" type="body" hasCustomPrompt="1"/>
          </p:nvPr>
        </p:nvSpPr>
        <p:spPr>
          <a:xfrm>
            <a:off x="1115568" y="457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RESOURCES</a:t>
            </a:r>
            <a:endParaRPr lang="en-US" sz="1200" dirty="0"/>
          </a:p>
        </p:txBody>
      </p:sp>
      <p:sp>
        <p:nvSpPr>
          <p:cNvPr id="3" name="Text 4"/>
          <p:cNvSpPr/>
          <p:nvPr>
            <p:ph idx="107" type="title" hasCustomPrompt="1"/>
          </p:nvPr>
        </p:nvSpPr>
        <p:spPr>
          <a:xfrm>
            <a:off x="640080" y="84124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71329"/>
                </a:solidFill>
              </a:rPr>
              <a:t>Para seguir después de la charla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Repositorio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9659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github.com/tu-usuario/tu-repo</a:t>
            </a:r>
            <a:endParaRPr lang="en-US" sz="1400" dirty="0"/>
          </a:p>
        </p:txBody>
      </p:sp>
      <p:sp>
        <p:nvSpPr>
          <p:cNvPr id="6" name="sep-r0"/>
          <p:cNvSpPr/>
          <p:nvPr/>
        </p:nvSpPr>
        <p:spPr>
          <a:xfrm>
            <a:off x="640080" y="2532888"/>
            <a:ext cx="7955280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Slides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8346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enlace a estas láminas</a:t>
            </a:r>
            <a:endParaRPr lang="en-US" sz="1400" dirty="0"/>
          </a:p>
        </p:txBody>
      </p:sp>
      <p:sp>
        <p:nvSpPr>
          <p:cNvPr id="9" name="sep-r1"/>
          <p:cNvSpPr/>
          <p:nvPr/>
        </p:nvSpPr>
        <p:spPr>
          <a:xfrm>
            <a:off x="640080" y="3401568"/>
            <a:ext cx="7955280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Lectura recomendada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703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y autor</a:t>
            </a:r>
            <a:endParaRPr lang="en-US" sz="1400" dirty="0"/>
          </a:p>
        </p:txBody>
      </p:sp>
      <p:sp>
        <p:nvSpPr>
          <p:cNvPr id="12" name="sep-r2"/>
          <p:cNvSpPr/>
          <p:nvPr/>
        </p:nvSpPr>
        <p:spPr>
          <a:xfrm>
            <a:off x="640080" y="4270248"/>
            <a:ext cx="7955280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572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329"/>
                </a:solidFill>
              </a:rPr>
              <a:t>Dónde encontrarme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5720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6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@tu_handle</a:t>
            </a:r>
            <a:endParaRPr lang="en-US" sz="1400" dirty="0"/>
          </a:p>
        </p:txBody>
      </p:sp>
      <p:sp>
        <p:nvSpPr>
          <p:cNvPr id="15" name="marco-QR"/>
          <p:cNvSpPr/>
          <p:nvPr/>
        </p:nvSpPr>
        <p:spPr>
          <a:xfrm>
            <a:off x="9052560" y="1965960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 w="15875">
            <a:solidFill>
              <a:srgbClr val="5C729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052560" y="2830068"/>
            <a:ext cx="2496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7290"/>
                </a:solidFill>
              </a:rPr>
              <a:t>QR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opcional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74520" y="63367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29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4" type="title" hasCustomPrompt="1"/>
          </p:nvPr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5" type="body" hasCustomPrompt="1"/>
          </p:nvPr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329"/>
                </a:solidFill>
              </a:rPr>
              <a:t>¿Preguntas?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Nombre Apellido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@tu_handle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correo@dominio.com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escena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o" descr="/tmp/claude-0/-home-claude/5ec21709-fc46-5733-a412-4634ee5d7730/scratchpad/ppt/img/velo-cier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5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6" name="titulo"/>
          <p:cNvSpPr txBox="1"/>
          <p:nvPr/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cuerpo"/>
          <p:cNvSpPr txBox="1"/>
          <p:nvPr/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329"/>
                </a:solidFill>
              </a:rPr>
              <a:t>¿Preguntas?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Nombre Apellido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@tu_handle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correo@dominio.com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700" dirty="0"/>
          </a:p>
        </p:txBody>
      </p:sp>
      <p:sp>
        <p:nvSpPr>
          <p:cNvPr id="8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escena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o" descr="/tmp/claude-0/-home-claude/5ec21709-fc46-5733-a412-4634ee5d7730/scratchpad/ppt/img/velo-cier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5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6" name="titulo"/>
          <p:cNvSpPr txBox="1"/>
          <p:nvPr/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cuerpo"/>
          <p:cNvSpPr txBox="1"/>
          <p:nvPr/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329"/>
                </a:solidFill>
              </a:rPr>
              <a:t>¿Preguntas?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Nombre Apellido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@tu_handle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correo@dominio.com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700" dirty="0"/>
          </a:p>
        </p:txBody>
      </p:sp>
      <p:sp>
        <p:nvSpPr>
          <p:cNvPr id="8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escena-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o" descr="/tmp/claude-0/-home-claude/5ec21709-fc46-5733-a412-4634ee5d7730/scratchpad/ppt/img/velo-cier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5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6" name="titulo"/>
          <p:cNvSpPr txBox="1"/>
          <p:nvPr/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cuerpo"/>
          <p:cNvSpPr txBox="1"/>
          <p:nvPr/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329"/>
                </a:solidFill>
              </a:rPr>
              <a:t>¿Preguntas?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Nombre Apellido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@tu_handle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correo@dominio.com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700" dirty="0"/>
          </a:p>
        </p:txBody>
      </p:sp>
      <p:sp>
        <p:nvSpPr>
          <p:cNvPr id="8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cena" descr="/tmp/claude-0/-home-claude/5ec21709-fc46-5733-a412-4634ee5d7730/scratchpad/ppt/img/escena-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velo" descr="/tmp/claude-0/-home-claude/5ec21709-fc46-5733-a412-4634ee5d7730/scratchpad/ppt/img/velo-cier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logo" descr="/tmp/claude-0/-home-claude/5ec21709-fc46-5733-a412-4634ee5d7730/scratchpad/ppt/img/logo-p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920240" cy="847649"/>
          </a:xfrm>
          <a:prstGeom prst="rect">
            <a:avLst/>
          </a:prstGeom>
        </p:spPr>
      </p:pic>
      <p:sp>
        <p:nvSpPr>
          <p:cNvPr id="5" name="antetitulo"/>
          <p:cNvSpPr txBox="1"/>
          <p:nvPr/>
        </p:nvSpPr>
        <p:spPr>
          <a:xfrm>
            <a:off x="64008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D28D9"/>
                </a:solidFill>
              </a:rPr>
              <a:t>CLOSING</a:t>
            </a:r>
            <a:endParaRPr lang="en-US" sz="1200" dirty="0"/>
          </a:p>
        </p:txBody>
      </p:sp>
      <p:sp>
        <p:nvSpPr>
          <p:cNvPr id="6" name="titulo"/>
          <p:cNvSpPr txBox="1"/>
          <p:nvPr/>
        </p:nvSpPr>
        <p:spPr>
          <a:xfrm>
            <a:off x="640080" y="217627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1329"/>
                </a:solidFill>
              </a:rPr>
              <a:t>Gracias</a:t>
            </a:r>
            <a:endParaRPr lang="en-US" sz="4400" dirty="0"/>
          </a:p>
        </p:txBody>
      </p:sp>
      <p:sp>
        <p:nvSpPr>
          <p:cNvPr id="7" name="cuerpo"/>
          <p:cNvSpPr txBox="1"/>
          <p:nvPr/>
        </p:nvSpPr>
        <p:spPr>
          <a:xfrm>
            <a:off x="640080" y="3218688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329"/>
                </a:solidFill>
              </a:rPr>
              <a:t>¿Preguntas?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Nombre Apellido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@tu_handle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correo@dominio.com</a:t>
            </a:r>
            <a:endParaRPr lang="en-US" sz="17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#DevOpsDaysBogota</a:t>
            </a:r>
            <a:endParaRPr lang="en-US" sz="17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devopsdaysbogota.org</a:t>
            </a:r>
            <a:endParaRPr lang="en-US" sz="1700" dirty="0"/>
          </a:p>
        </p:txBody>
      </p:sp>
      <p:sp>
        <p:nvSpPr>
          <p:cNvPr id="8" name="datos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OCT 2026   ·   COMPENSAR AV. 68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OpsDays Bogota 2026">
  <a:themeElements>
    <a:clrScheme name="DevOpsDays Bogota 2026">
      <a:dk1>
        <a:srgbClr val="071329"/>
      </a:dk1>
      <a:lt1>
        <a:srgbClr val="FFFFFF"/>
      </a:lt1>
      <a:dk2>
        <a:srgbClr val="475569"/>
      </a:dk2>
      <a:lt2>
        <a:srgbClr val="F4F7FC"/>
      </a:lt2>
      <a:accent1>
        <a:srgbClr val="6D28D9"/>
      </a:accent1>
      <a:accent2>
        <a:srgbClr val="F000A8"/>
      </a:accent2>
      <a:accent3>
        <a:srgbClr val="00BCEB"/>
      </a:accent3>
      <a:accent4>
        <a:srgbClr val="2448FF"/>
      </a:accent4>
      <a:accent5>
        <a:srgbClr val="6D28D9"/>
      </a:accent5>
      <a:accent6>
        <a:srgbClr val="009CB0"/>
      </a:accent6>
      <a:hlink>
        <a:srgbClr val="1F6C93"/>
      </a:hlink>
      <a:folHlink>
        <a:srgbClr val="6D28D9"/>
      </a:folHlink>
    </a:clrScheme>
    <a:fontScheme name="DevOpsDays Bogot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DevOpsDays Bogota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DevOpsDays Bogota 2026 - Plantilla de speaker</dc:title>
  <dc:subject>Plantilla maestra para speakers</dc:subject>
  <dc:creator>DevOpsDays Bogota 2026</dc:creator>
  <cp:lastModifiedBy>DevOpsDays Bogota 2026</cp:lastModifiedBy>
  <cp:revision>1</cp:revision>
  <dcterms:created xsi:type="dcterms:W3CDTF">2026-10-07T02:37:51Z</dcterms:created>
  <dcterms:modified xsi:type="dcterms:W3CDTF">2026-10-07T02:37:51Z</dcterms:modified>
</cp:coreProperties>
</file>