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58EE00E-4C3E-449F-AD67-E4203835D866}">
          <p14:sldIdLst>
            <p14:sldId id="256"/>
            <p14:sldId id="257"/>
            <p14:sldId id="258"/>
            <p14:sldId id="259"/>
            <p14:sldId id="260"/>
          </p14:sldIdLst>
        </p14:section>
        <p14:section name="01 · El problema" id="{9E6CA3B3-1933-4DFB-ADC5-8409C3ACB871}">
          <p14:sldIdLst>
            <p14:sldId id="261"/>
            <p14:sldId id="262"/>
            <p14:sldId id="263"/>
            <p14:sldId id="264"/>
          </p14:sldIdLst>
        </p14:section>
        <p14:section name="02 · El patrón" id="{81F65FAB-1D1C-48F6-97CC-23699ADD97B4}">
          <p14:sldIdLst>
            <p14:sldId id="265"/>
            <p14:sldId id="266"/>
            <p14:sldId id="267"/>
            <p14:sldId id="268"/>
            <p14:sldId id="269"/>
          </p14:sldIdLst>
        </p14:section>
        <p14:section name="03 · Los seis pasos" id="{5AD94109-5CFA-4D3A-8653-682889DBF0E6}">
          <p14:sldIdLst>
            <p14:sldId id="270"/>
            <p14:sldId id="271"/>
            <p14:sldId id="272"/>
            <p14:sldId id="273"/>
            <p14:sldId id="274"/>
            <p14:sldId id="275"/>
            <p14:sldId id="276"/>
            <p14:sldId id="277"/>
          </p14:sldIdLst>
        </p14:section>
        <p14:section name="04 · El ensayo" id="{CE6E52F0-2666-487B-9347-2B48F53FCE6E}">
          <p14:sldIdLst>
            <p14:sldId id="278"/>
            <p14:sldId id="279"/>
            <p14:sldId id="280"/>
            <p14:sldId id="281"/>
            <p14:sldId id="282"/>
          </p14:sldIdLst>
        </p14:section>
        <p14:section name="Cierre" id="{3F38401E-2310-4106-8DF2-828FBA999347}">
          <p14:sldIdLst>
            <p14:sldId id="283"/>
            <p14:sldId id="284"/>
            <p14:sldId id="285"/>
            <p14:sldId id="286"/>
          </p14:sldIdLst>
        </p14:section>
        <p14:section name="Anexos" id="{CDAE53ED-0955-4C13-9D45-6FCD286B47E9}">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a:t>
            </a:r>
          </a:p>
          <a:p/>
          <a:p>
            <a:r>
              <a:t>'Buenos días. Soy Alejandro Varela, Senior Cloud Engineer en EPAM. Mi trabajo es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1 clic</a:t>
            </a:r>
          </a:p>
          <a:p/>
          <a:p>
            <a:r>
              <a:t>'Bomba A.' *(▶ A, cinco segundos)* 'Bomba B.' *(▶ B, cinco segundos)*</a:t>
            </a:r>
          </a:p>
          <a:p/>
          <a:p>
            <a:r>
              <a:t>'¿Alguna de las dos está fallando?'</a:t>
            </a:r>
          </a:p>
          <a:p/>
          <a:p>
            <a:r>
              <a:t>▶ CLIC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01 · EL PROBLEMA</a:t>
            </a:r>
          </a:p>
          <a:p/>
          <a:p>
            <a:r>
              <a:t>0:08 · *reloj: 3:05*</a:t>
            </a:r>
          </a:p>
          <a:p/>
          <a:p>
            <a:r>
              <a:t>'La charla tiene cuatro partes: el problema, el patrón de arquitectura, la implementación en seis pasos y la evidencia de una ejecución real en AWS. 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02 · EL PATRÓN</a:t>
            </a:r>
          </a:p>
          <a:p/>
          <a:p>
            <a:r>
              <a:t>0:05 · *reloj: 5:48*</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03 · LOS SEIS PASOS</a:t>
            </a:r>
          </a:p>
          <a:p/>
          <a:p>
            <a:r>
              <a:t>0:10 · *reloj: 9:03*</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EL ENSAYO</a:t>
            </a:r>
          </a:p>
          <a:p/>
          <a:p>
            <a:r>
              <a:t>0:05 · *reloj: 15:43*</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19:28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19:50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a:t>
            </a:r>
          </a:p>
          <a:p/>
          <a:p>
            <a:r>
              <a:t>'Volvamos a la pregunta inicial: ¿esta bomba está fallando?' *(▶ B,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Con gusto respondo sus preguntas.'</a:t>
            </a:r>
          </a:p>
          <a:p/>
          <a:p>
            <a:r>
              <a:t>*Anexos: en PowerPoint escribe el número de la lámina y Enter (A1 = 32 … A8 = 39);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El ensayo</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ENSAYO</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ENSAYO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