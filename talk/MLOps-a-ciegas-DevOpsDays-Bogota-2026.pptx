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BCF50CB-D6B3-456D-BD9F-30D295D54B06}">
          <p14:sldIdLst>
            <p14:sldId id="256"/>
            <p14:sldId id="257"/>
            <p14:sldId id="258"/>
            <p14:sldId id="259"/>
            <p14:sldId id="260"/>
            <p14:sldId id="261"/>
            <p14:sldId id="262"/>
          </p14:sldIdLst>
        </p14:section>
        <p14:section name="01 · El problema" id="{EA0EFBFC-D0DA-444A-9507-1045D5AD4021}">
          <p14:sldIdLst>
            <p14:sldId id="263"/>
            <p14:sldId id="264"/>
            <p14:sldId id="265"/>
            <p14:sldId id="266"/>
          </p14:sldIdLst>
        </p14:section>
        <p14:section name="02 · El patrón" id="{6EDA9756-A613-4853-ABD3-8185900B76D9}">
          <p14:sldIdLst>
            <p14:sldId id="267"/>
            <p14:sldId id="268"/>
            <p14:sldId id="269"/>
            <p14:sldId id="270"/>
            <p14:sldId id="271"/>
          </p14:sldIdLst>
        </p14:section>
        <p14:section name="03 · Los seis pasos" id="{65385DED-5851-48EB-8ED9-5FCDB5C1ACD8}">
          <p14:sldIdLst>
            <p14:sldId id="272"/>
            <p14:sldId id="273"/>
            <p14:sldId id="274"/>
            <p14:sldId id="275"/>
            <p14:sldId id="276"/>
            <p14:sldId id="277"/>
            <p14:sldId id="278"/>
            <p14:sldId id="279"/>
          </p14:sldIdLst>
        </p14:section>
        <p14:section name="04 · La evidencia en AWS" id="{726987C6-58DD-4478-AA87-0B698A8E1E18}">
          <p14:sldIdLst>
            <p14:sldId id="280"/>
            <p14:sldId id="281"/>
            <p14:sldId id="282"/>
            <p14:sldId id="283"/>
            <p14:sldId id="284"/>
          </p14:sldIdLst>
        </p14:section>
        <p14:section name="Cierre" id="{52794EAB-F373-494B-B9CA-291528F26E7D}">
          <p14:sldIdLst>
            <p14:sldId id="285"/>
            <p14:sldId id="286"/>
            <p14:sldId id="287"/>
            <p14:sldId id="288"/>
          </p14:sldIdLst>
        </p14:section>
        <p14:section name="Anexos" id="{365C3E93-0EDE-4397-9EBC-AA57EB7772B7}">
          <p14:sldIdLst>
            <p14:sldId id="289"/>
            <p14:sldId id="290"/>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'Hace un año, casi exacto,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'Su solución de emergencia fue un modo sin conexión: control manual por Bluetooth, sin la inteligencia.' *(pausa)* 'La cama sabía detectar en qué etapa del sueño estabas, pero esa decisión vivía en la nube. Cuando la nube cayó, la cama dejó de pensar. Llevar esa decisión al dispositivo: eso es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eso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*reloj: 9:55*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04 · LA EVIDENCIA EN AWS</a:t>
            </a:r>
          </a:p>
          <a:p/>
          <a:p>
            <a:r>
              <a:t>0:05 · *reloj: 16:35*</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CINCO RECOMENDACIONES</a:t>
            </a:r>
          </a:p>
          <a:p/>
          <a:p>
            <a:r>
              <a:t>1:05 · 4 clics · *reloj: 20:20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20:40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GRACIAS</a:t>
            </a:r>
          </a:p>
          <a:p/>
          <a:p>
            <a:r>
              <a:t>0:15 · sin clics</a:t>
            </a:r>
          </a:p>
          <a:p/>
          <a:p>
            <a:r>
              <a:t>'Muchas gracias. Con gusto respondo sus preguntas.'</a:t>
            </a:r>
          </a:p>
          <a:p/>
          <a:p>
            <a:r>
              <a:t>*Anexos: en PowerPoint escribe el número de la lámina y Enter (A1 = 34 … A8 = 41);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jp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jp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jp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decisión vivía en la nube. </a:t>
            </a:r>
            <a:r>
              <a:rPr sz="1800" b="1" lang="es-CO">
                <a:solidFill>
                  <a:srgbClr val="6D28D9"/>
                </a:solidFill>
                <a:latin typeface="Calibri"/>
              </a:rPr>
              <a:t>Llevarla al dispositivo: 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