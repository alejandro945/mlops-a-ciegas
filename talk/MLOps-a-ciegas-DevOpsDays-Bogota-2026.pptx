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58AF642-8262-42C9-AA85-C501CA7DDE39}">
          <p14:sldIdLst>
            <p14:sldId id="256"/>
            <p14:sldId id="257"/>
            <p14:sldId id="258"/>
            <p14:sldId id="259"/>
            <p14:sldId id="260"/>
          </p14:sldIdLst>
        </p14:section>
        <p14:section name="01 · El problema" id="{B884F32D-718D-4315-B38F-4BB7D6724D83}">
          <p14:sldIdLst>
            <p14:sldId id="261"/>
            <p14:sldId id="262"/>
            <p14:sldId id="263"/>
            <p14:sldId id="264"/>
          </p14:sldIdLst>
        </p14:section>
        <p14:section name="02 · El patrón" id="{A0F5DDA1-7AE5-4B07-80F1-7C191F0532B9}">
          <p14:sldIdLst>
            <p14:sldId id="265"/>
            <p14:sldId id="266"/>
            <p14:sldId id="267"/>
            <p14:sldId id="268"/>
            <p14:sldId id="269"/>
          </p14:sldIdLst>
        </p14:section>
        <p14:section name="03 · Los seis pasos" id="{09BE9934-C936-41C0-85EA-CA5A0A4D39AE}">
          <p14:sldIdLst>
            <p14:sldId id="270"/>
            <p14:sldId id="271"/>
            <p14:sldId id="272"/>
            <p14:sldId id="273"/>
            <p14:sldId id="274"/>
            <p14:sldId id="275"/>
            <p14:sldId id="276"/>
            <p14:sldId id="277"/>
          </p14:sldIdLst>
        </p14:section>
        <p14:section name="04 · El ensayo" id="{BA35D543-A6CD-46B2-8417-F554A5FCCF34}">
          <p14:sldIdLst>
            <p14:sldId id="278"/>
            <p14:sldId id="279"/>
            <p14:sldId id="280"/>
            <p14:sldId id="281"/>
            <p14:sldId id="282"/>
          </p14:sldIdLst>
        </p14:section>
        <p14:section name="Cierre" id="{C9657FC2-F5EE-4AD1-A0A6-6E1517B6D057}">
          <p14:sldIdLst>
            <p14:sldId id="283"/>
            <p14:sldId id="284"/>
            <p14:sldId id="285"/>
            <p14:sldId id="286"/>
          </p14:sldIdLst>
        </p14:section>
        <p14:section name="Anexos" id="{72CFE473-7E7B-4949-9D28-6F2E2226052A}">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a:t>
            </a:r>
          </a:p>
          <a:p/>
          <a:p>
            <a:r>
              <a:t>'Buenos días. Soy Alejandro Varela, Senior Cloud Engineer en EPAM. Diseño cómo llegan y se gobiernan modelos de IA en equipos de campo, donde no hay nadie cerca.'</a:t>
            </a:r>
          </a:p>
          <a:p/>
          <a:p>
            <a:r>
              <a:t>'Lo que van a ver hoy no salió de un examen: lo monté, lo rompí y lo arreglé esta misma semana.'</a:t>
            </a:r>
          </a:p>
          <a:p/>
          <a:p>
            <a:r>
              <a:t>'Pero no vine a hablar de mí. Vine a ponerles un audio.'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a:t>
            </a:r>
          </a:p>
          <a:p/>
          <a:p>
            <a:r>
              <a:t>'Esta es la bomba A.' *(▶ A, cinco segundos)* 'Y esta es la bomba B.' *(▶ B, cinco segundos)*</a:t>
            </a:r>
          </a:p>
          <a:p/>
          <a:p>
            <a:r>
              <a:t>'¿Alguna de las dos está fallando?'</a:t>
            </a:r>
          </a:p>
          <a:p/>
          <a:p>
            <a:r>
              <a:t>▶ CLIC 'Levanten la mano. ¿La A?' *(cuenta en voz alta)* '¿La B?' *(cuenta)* '¿Las dos?' *(cuenta)* 'Interesante. No les voy a decir todavía.'</a:t>
            </a:r>
          </a:p>
          <a:p/>
          <a:p>
            <a:r>
              <a:t>'Los sonidos son reales: los grabó Hitachi en una planta. Lo que me inventé es la empresa: un acueducto con estaciones de bombeo en veredas, donde la señal va y viene y no hay nadie cerca. En cada estación, un equipito escucha las bombas y un modelo avisa cuando una empieza a sonar raro.'</a:t>
            </a:r>
          </a:p>
          <a:p/>
          <a:p>
            <a:r>
              <a:t>'Lo que ustedes acaban de hacer es justo lo que hace ese modelo: oír y decidir. La diferencia es que ustedes estaban aquí. Desde la nube, nadie oyó nada.' *(pausa)*</a:t>
            </a:r>
          </a:p>
          <a:p/>
          <a:p>
            <a:r>
              <a:t>'Por eso esta charla se llama «MLOps a ciegas»: cómo se maneja un modelo que corre donde uno no lo ve. Cómo le llega una versión nueva, cómo se devuelve si sale mala y cómo nos cuenta lo que decide. Sin que el audio salga nunca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'¿Y a mí qué me importa un modelo en una bomba? Que los modelos se están bajando de la nube a los dispositivos. Un ejemplo de Gartner: en 2024, de cada cien PC nuevos, dieciséis traían un chip para IA.'</a:t>
            </a:r>
          </a:p>
          <a:p/>
          <a:p>
            <a:r>
              <a:t>▶ CLIC 'En 2025, treinta y uno.'</a:t>
            </a:r>
          </a:p>
          <a:p/>
          <a:p>
            <a:r>
              <a:t>▶ CLIC 'Y para este año, cincuenta y cinco. Más de la mitad. Y lo mismo pasa con el celular, los carros y los equipos de una planta.'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 · *deja que se rían antes de seguir*</a:t>
            </a:r>
          </a:p>
          <a:p/>
          <a:p>
            <a:r>
              <a:t>'¿Y por qué se baja? Se los explico como explicamos todo los ingenieros: con memes.'</a:t>
            </a:r>
          </a:p>
          <a:p/>
          <a:p>
            <a:r>
              <a:t>'El carro autónomo, frente a un cono: «dame un segundo, que le pregunto al modelo en la nube».' *(risas)* 'Cuando hay que frenar ya, la ida y vuelta no alcanza.'</a:t>
            </a:r>
          </a:p>
          <a:p/>
          <a:p>
            <a:r>
              <a:t>▶ CLIC 'El técnico a las tres de la mañana: «¿cómo cambio este rodamiento?». Y el asistente: «Sin conexión, intente más tarde».' *(risas)* 'En una vereda sin señal pasa exactamente lo mismo.'</a:t>
            </a:r>
          </a:p>
          <a:p/>
          <a:p>
            <a:r>
              <a:t>▶ CLIC 'Y mi favorito: ustedes desbloqueando el teléfono, y el teléfono: «un momentico, le mando tu cara al modelo en la nube».' *(risas)* 'Face ID no funciona así. El modelo corre en el teléfono, y tu cara queda cifrada en un chip aparte, el Secure Enclave. Nunca sale. Lo único que sale es un sí o un no.'</a:t>
            </a:r>
          </a:p>
          <a:p/>
          <a:p>
            <a:r>
              <a:t>'Y si te dejas crecer la barba, Face ID se adapta solo, ahí mismo en el teléfono: los datos cambiaron y el modelo se ajustó sin ir a la nube. Guárdenme esa idea.'</a:t>
            </a:r>
          </a:p>
          <a:p/>
          <a:p>
            <a:r>
              <a:t>'Ahora la bomba: un micrófono son ciento quince megas por hora. Por bomba. Por la red de una vereda. No cabe… y no tiene por qué salir de ahí.'</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*reloj: 3:05*</a:t>
            </a:r>
          </a:p>
          <a:p/>
          <a:p>
            <a:r>
              <a:t>'Vamos en cuatro partes: el problema, el patrón, seis pasos y lo que pasó cuando lo corrí en AWS. 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a:t>
            </a:r>
          </a:p>
          <a:p/>
          <a:p>
            <a:r>
              <a:t>'Cuando el modelo vive en la nube, esto está bastante resuelto. Todo pasa por un endpoint: uno guarda las peticiones, las compara con lo que el modelo vio al entrenar, si algo cambia salta una alerta y se reentrena.'</a:t>
            </a:r>
          </a:p>
          <a:p/>
          <a:p>
            <a:r>
              <a:t>'¿Por qué funciona tan bien?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a:t>
            </a:r>
          </a:p>
          <a:p/>
          <a:p>
            <a:r>
              <a:t>'Ahora bajemos ese modelo a la estación. Mismo loop… pero ya no hay un endpoint por donde pase todo.'</a:t>
            </a:r>
          </a:p>
          <a:p/>
          <a:p>
            <a:r>
              <a:t>▶ CLIC 'Uno: los recursos. Poca memoria, y chips distintos: una estación tiene ARM, otra un x86 con sus años, la nueva trae NPU.'</a:t>
            </a:r>
          </a:p>
          <a:p/>
          <a:p>
            <a:r>
              <a:t>▶ CLIC 'Dos: la red. Se va la señal y se apaga todo el loop de la nube.'</a:t>
            </a:r>
          </a:p>
          <a:p/>
          <a:p>
            <a:r>
              <a:t>▶ CLIC 'Tres: el audio no puede salir. Ni cabe, ni debe.'</a:t>
            </a:r>
          </a:p>
          <a:p/>
          <a:p>
            <a:r>
              <a:t>▶ CLIC 'Cuatro, y esta casi nadie la mide: la latencia depende de la energía. Con la batería baja o el equipo caliente, el chip se pone lento. El mismo modelo tarda más.'</a:t>
            </a:r>
          </a:p>
          <a:p/>
          <a:p>
            <a:r>
              <a:t>▶ CLIC 'Y cinco: los datos. Fallas hay pocas para aprender, y lo normal cambia: el micrófono envejece, cambia la velocidad de la bomba. Eso es el drift. Conseguir buenos datos es la mitad del trabajo… en el acto 3 van a ver qué pasa cuando no.'</a:t>
            </a:r>
          </a:p>
          <a:p/>
          <a:p>
            <a:r>
              <a:t>'Todo lo que hacíamos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*el mito central: ve despacio*</a:t>
            </a:r>
          </a:p>
          <a:p/>
          <a:p>
            <a:r>
              <a:t>'Entonces, ¿cómo sabe uno si el modelo de la estación está bien? Lo de siempre: abrimos el panel.'</a:t>
            </a:r>
          </a:p>
          <a:p/>
          <a:p>
            <a:r>
              <a:t>▶ CLIC 'Servicio arriba. CPU normal. Memoria normal. Todo en verde.'</a:t>
            </a:r>
          </a:p>
          <a:p/>
          <a:p>
            <a:r>
              <a:t>*(cambia la voz)* 'Y llega el jefe: «¿y el modelo cómo va?». «Todo verde, jefe».' *(risas)*</a:t>
            </a:r>
          </a:p>
          <a:p/>
          <a:p>
            <a:r>
              <a:t>▶ CLIC 'Pero la pregunta de verdad es otra: ¿el modelo todavía distingue una bomba sana de una que falla? Eso se mide con el AUC: uno es perfecto, cero coma cinco es lanzar una moneda.'</a:t>
            </a:r>
          </a:p>
          <a:p/>
          <a:p>
            <a:r>
              <a:t>'Con la velocidad con la que se entrenó, este modelo da cero coma sesenta y nueve. Alguien le cambia la velocidad a la bomba… y baja a cero coma cincuenta y siete.' *(pausa)* 'Casi una moneda. Y las falsas alarmas pasan de 6 a 18 por ciento.'</a:t>
            </a:r>
          </a:p>
          <a:p/>
          <a:p>
            <a:r>
              <a:t>▶ CLIC 'Y ni un error. El equipo está sano. El modelo casi no distingue.' *(pausa larga)*</a:t>
            </a:r>
          </a:p>
          <a:p/>
          <a:p>
            <a:r>
              <a:t>'Lo medí con el mismo audio que oyeron al principio. Un servicio caído hace ruido. Un modelo que dejó de oír sigue respondiendo a tiempo, con un 200 OK.'</a:t>
            </a:r>
          </a:p>
          <a:p/>
          <a:p>
            <a:r>
              <a:t>'Monitorear la infraestructura no es monitorear el modelo. En el paso seis les muestro qué preguntarle.'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*reloj: 5:48*</a:t>
            </a:r>
          </a:p>
          <a:p/>
          <a:p>
            <a:r>
              <a:t>'¿Y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a:t>
            </a:r>
          </a:p>
          <a:p/>
          <a:p>
            <a:r>
              <a:t>'Abajo, el micrófono sobre la bomba y el modelo con su runtime. Decide en milisegundos, haya red o no. El audio entra… y ahí se queda.'</a:t>
            </a:r>
          </a:p>
          <a:p/>
          <a:p>
            <a:r>
              <a:t>▶ CLIC 'Encima, el modelo no llega como un archivo suelto: llega como un artefacto con versión y huella. Si alguien lo toca, no se instala.'</a:t>
            </a:r>
          </a:p>
          <a:p/>
          <a:p>
            <a:r>
              <a:t>▶ CLIC 'Después, un agente. A la estación nadie le empuja nada: el agente, cuando hay red, va y pregunta qué debería tener.'</a:t>
            </a:r>
          </a:p>
          <a:p/>
          <a:p>
            <a:r>
              <a:t>▶ CLIC 'Y arriba, lo que casi nadie pone: una cola de eventos. Cada decisión se guarda hasta que vuelve la señal.'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a:t>
            </a:r>
          </a:p>
          <a:p/>
          <a:p>
            <a:r>
              <a:t>'Una pregunta incómoda: esta estación está en una vereda. ¿Quién la cuida?' *(pausa)* 'Nadie. Cualquiera abre el gabinete.'</a:t>
            </a:r>
          </a:p>
          <a:p/>
          <a:p>
            <a:r>
              <a:t>'Por eso, antes de preocuparse por que alguien engañe al modelo, van cuatro cosas del equipo. Uno: arranque seguro. Solo arranca software firmado.'</a:t>
            </a:r>
          </a:p>
          <a:p/>
          <a:p>
            <a:r>
              <a:t>▶ CLIC 'Dos: la llave. La identidad del equipo es la llave de su certificado. Si está en la tarjeta SD, cualquiera se la lleva y se hace pasar por la bomba. Va en un TPM.'</a:t>
            </a:r>
          </a:p>
          <a:p/>
          <a:p>
            <a:r>
              <a:t>▶ CLIC 'Tres: updates verificados. Solo instala lo que trae la huella correcta, por un canal cifrado.'</a:t>
            </a:r>
          </a:p>
          <a:p/>
          <a:p>
            <a:r>
              <a:t>▶ CLIC 'Cuatro: los datos. El audio no sale, y en el disco va cifrado.'</a:t>
            </a:r>
          </a:p>
          <a:p/>
          <a:p>
            <a:r>
              <a:t>▶ CLIC 'Porque sin esto, nadie necesita engañar a su modelo… le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a:t>
            </a:r>
          </a:p>
          <a:p/>
          <a:p>
            <a:r>
              <a:t>'Seamos sinceros: así se despliegan modelos en muchos lados. Uno copia el archivo al equipo… y cruza los dedos.' *(cruza los dedos)* 'Yo lo he hecho.' *(risas)*</a:t>
            </a:r>
          </a:p>
          <a:p/>
          <a:p>
            <a:r>
              <a:t>▶ CLIC 'Primera pieza: optimizar para cada chip. Se entrena una vez y se prepara para cada hardware.'</a:t>
            </a:r>
          </a:p>
          <a:p/>
          <a:p>
            <a:r>
              <a:t>▶ CLIC 'Segunda: un artefacto verificable. Cada versión con su huella, en un registro donde nada se sobrescribe.'</a:t>
            </a:r>
          </a:p>
          <a:p/>
          <a:p>
            <a:r>
              <a:t>▶ CLIC 'Tercera: el desired state. La central dice qué debería tener cada equipo, y el equipo lo trae cuando puede.'</a:t>
            </a:r>
          </a:p>
          <a:p/>
          <a:p>
            <a:r>
              <a:t>▶ CLIC 'Cuarta: el modelo deja constancia de cada decisión. Sin red, se encola.'</a:t>
            </a:r>
          </a:p>
          <a:p/>
          <a:p>
            <a:r>
              <a:t>▶ CLIC 'Y quinta, el gate: algo que mira esas decisiones y resuelve solo si seguimos o nos devolvemos. El loop rápido, de minutos.'</a:t>
            </a:r>
          </a:p>
          <a:p/>
          <a:p>
            <a:r>
              <a:t>▶ CLIC 'Con esas decisiones se reentrena: el loop lento, de días. Y por debajo, lo de siempre: identidad, mínimo privilegio, cifrado y auditoría. Nada de esto depende de una nube.'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*ve rápido*</a:t>
            </a:r>
          </a:p>
          <a:p/>
          <a:p>
            <a:r>
              <a:t>'El mismo dibujo en AWS: cada casilla ya tiene nombre.'</a:t>
            </a:r>
          </a:p>
          <a:p/>
          <a:p>
            <a:r>
              <a:t>▶ CLIC 'SageMaker AI entrena.' ▶ CLIC 'S3 guarda cada versión e IoT Greengrass la empaca.' ▶ CLIC 'El desired state es un despliegue de Greengrass que llega por IoT Core, con certificado por equipo.'</a:t>
            </a:r>
          </a:p>
          <a:p/>
          <a:p>
            <a:r>
              <a:t>▶ CLIC 'Cada decisión vuelve por IoT Core y una regla la deja en CloudWatch.' ▶ CLIC 'Y el gate es una alarma que llama a una Lambda, que vuelve a poner la última versión buena.'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*reloj: 9:03*</a:t>
            </a:r>
          </a:p>
          <a:p/>
          <a:p>
            <a:r>
              <a:t>'Paso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a:t>
            </a:r>
          </a:p>
          <a:p/>
          <a:p>
            <a:r>
              <a:t>'Paso uno. Un detalle bonito: este modelo se entrena solo con bombas sanas.'</a:t>
            </a:r>
          </a:p>
          <a:p/>
          <a:p>
            <a:r>
              <a:t>▶ CLIC 'Es un autoencoder: aprende a reconstruir el sonido normal. Cuando no puede, es porque algo cambió. Como el mecánico que de tanto oír el motor sano nota cualquier ruido raro.'</a:t>
            </a:r>
          </a:p>
          <a:p/>
          <a:p>
            <a:r>
              <a:t>▶ CLIC 'Lo que sale va a S3: el modelo en ONNX, el umbral y también el preprocesamiento del audio. Porque el error más común es entrenar con un preprocesamiento y servir con otro. No explota nada: el modelo simplemente oye distinto.'</a:t>
            </a:r>
          </a:p>
          <a:p/>
          <a:p>
            <a:r>
              <a:t>▶ CLIC 'Y así se ve en la consola: una carpeta por versión, la 1.0.0 y la 2.0.0. Versión nueva, carpeta nueva.'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Uno entrena una vez, en 32 bits, y sale un ONNX.'</a:t>
            </a:r>
          </a:p>
          <a:p/>
          <a:p>
            <a:r>
              <a:t>▶ CLIC 'Para que quepa en un equipo pequeño se cuantiza a 8 bits, se simplifica y se compila para el chip, con la herramienta de cada fabricante.'</a:t>
            </a:r>
          </a:p>
          <a:p/>
          <a:p>
            <a:r>
              <a:t>▶ CLIC 'La trampa: no sale un artefacto, sale uno por tipo de chip. Y manda la memoria: si no cabe, no corre.'</a:t>
            </a:r>
          </a:p>
          <a:p/>
          <a:p>
            <a:r>
              <a:t>▶ CLIC 'Medido en la EC2 del ensayo: de 32 a 8 bits, el archivo baja de 464 a 127 kilobytes, cada clip de 14,4 a 12,7 milisegundos, y decide igual en el 98 por ciento de los casos.'</a:t>
            </a:r>
          </a:p>
          <a:p/>
          <a:p>
            <a:r>
              <a:t>'Ojo: en mi portátil la mejora era casi el doble. En el equipo, el tiempo se va preparando el audio. Por eso se mide en el chip de verdad… con la batería baja y a las tres de la tarde en una vereda.'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a:t>
            </a:r>
          </a:p>
          <a:p/>
          <a:p>
            <a:r>
              <a:t>'Paso tres. En Greengrass, el software se empaca como un componente. Esta es la receta, un poco recortada.'</a:t>
            </a:r>
          </a:p>
          <a:p/>
          <a:p>
            <a:r>
              <a:t>▶ CLIC 'Los archivos vienen de S3, y Greengrass verifica la huella de cada uno antes de instalar.'</a:t>
            </a:r>
          </a:p>
          <a:p/>
          <a:p>
            <a:r>
              <a:t>▶ CLIC 'Al arrancar no instala nada: las dependencias ya vienen. Si su componente baja librerías de internet al arrancar… en una vereda, no arranca.'</a:t>
            </a:r>
          </a:p>
          <a:p/>
          <a:p>
            <a:r>
              <a:t>▶ CLIC 'El umbral es configuración: si hay que moverlo, se despliega, no se reentrena.'</a:t>
            </a:r>
          </a:p>
          <a:p/>
          <a:p>
            <a:r>
              <a:t>▶ CLIC 'Y los permisos: solo puede publicar en un tema, station/events. Nada más.'</a:t>
            </a:r>
          </a:p>
          <a:p/>
          <a:p>
            <a:r>
              <a:t>▶ CLIC 'En la consola: el componente con sus dos versiones. Una regla que aprendí a las malas: una versión publicada no se toca. Si cambias un archivo sin cambiar la versión, la huella no cuadra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a:t>
            </a:r>
          </a:p>
          <a:p/>
          <a:p>
            <a:r>
              <a:t>'Paso cuatro. ¿Cómo le llega una versión nueva a mil equipos sin dañarlos todos un martes por la tarde? Por rings: cada ring es un thing group. El ring 0 es una sola estación, el canary.'</a:t>
            </a:r>
          </a:p>
          <a:p/>
          <a:p>
            <a:r>
              <a:t>▶ CLIC 'Si pasa el gate, sigue el ring 1, el resto de la flota, por waves que van creciendo.'</a:t>
            </a:r>
          </a:p>
          <a:p/>
          <a:p>
            <a:r>
              <a:t>▶ CLIC 'El despliegue ya trae dos protecciones: si fallan muchos equipos, se cancela; y si un equipo no arranca la versión nueva, vuelve solito a la anterior.'</a:t>
            </a:r>
          </a:p>
          <a:p/>
          <a:p>
            <a:r>
              <a:t>▶ CLIC 'Y el rollback que armé yo: una alarma ve fallas que nadie oyó y vuelve a poner la última versión buena.'</a:t>
            </a:r>
          </a:p>
          <a:p/>
          <a:p>
            <a:r>
              <a:t>'«Pero si Greengrass ya hace rollback.» Sí… de despliegues que fallan. Un modelo que se instala perfecto y oye mal, para Greengrass, es un éxito.'</a:t>
            </a:r>
          </a:p>
          <a:p/>
          <a:p>
            <a:r>
              <a:t>▶ CLIC 'Así quedó la consola después del ensayo: un despliegue por ring. Fíjense en el nombre del ring 0. Se los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a:t>
            </a:r>
          </a:p>
          <a:p/>
          <a:p>
            <a:r>
              <a:t>'Paso cinco: ¿qué pasa cuando se va la señal? En cada equipo, Greengrass guarda los eventos en una cola local hasta que vuelve la red. Y para equipos con muy poca memoria hay una versión liviana del agente, escrita en C.'</a:t>
            </a:r>
          </a:p>
          <a:p/>
          <a:p>
            <a:r>
              <a:t>▶ CLIC 'La estación sigue escuchando y alertando: lo que necesita para decidir ya lo tiene adentro. Un ojo: esa cola vive en memoria y, si se llena, rechaza mensajes. Para horas sin red, va a disco.'</a:t>
            </a:r>
          </a:p>
          <a:p/>
          <a:p>
            <a:r>
              <a:t>▶ CLIC 'Desde la consola: cinco core devices, todos sanos. Qué pasa cuando uno pierde la red lo ven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a:t>
            </a:r>
          </a:p>
          <a:p/>
          <a:p>
            <a:r>
              <a:t>'Paso seis. Desde la nube no vemos el audio: vemos lo que el modelo nos cuenta. Un mensajito por clip, de unos cientos de bytes: IoT Core, una regla, CloudWatch, y una alarma que puede llamar a la Lambda.'</a:t>
            </a:r>
          </a:p>
          <a:p/>
          <a:p>
            <a:r>
              <a:t>'¿Qué hay que vigilar? Tres cosas.'</a:t>
            </a:r>
          </a:p>
          <a:p/>
          <a:p>
            <a:r>
              <a:t>▶ CLIC 'Uno: la entrada. ¿El micrófono dice la verdad? Si sube despacio durante semanas, el sensor envejece. Si salta de un clip al otro, se dañó… o alguien lo está tocando.'</a:t>
            </a:r>
          </a:p>
          <a:p/>
          <a:p>
            <a:r>
              <a:t>▶ CLIC 'Dos: la salida. ¿Cambió lo que decide? Se compara la distribución de los scores de esta hora contra la de la semana, con algo como el PSI.'</a:t>
            </a:r>
          </a:p>
          <a:p/>
          <a:p>
            <a:r>
              <a:t>▶ CLIC 'Y tres, la que casi nadie mira: la autenticidad. ¿Es el modelo que mandamos? Cada evento trae la huella del modelo.' *(pausa)* 'Ojo: esa huella la reporta el equipo, y un equipo comprometido puede mentir. Por eso la seguridad iba primero.'</a:t>
            </a:r>
          </a:p>
          <a:p/>
          <a:p>
            <a:r>
              <a:t>▶ CLIC 'En el ensayo, el gate sabe si la bomba fallaba porque yo sé qué audio suena. En producción eso llega tarde, con la orden de mantenimiento. Estas tres señales no lo necesitan.'</a:t>
            </a:r>
          </a:p>
          <a:p/>
          <a:p>
            <a:r>
              <a:t>▶ CLIC 'Y este es el dashboard, ordenado por esas tres señales. En un momento lo ven en acción.'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a:t>
            </a:r>
          </a:p>
          <a:p/>
          <a:p>
            <a:r>
              <a:t>'Antes del ensayo, una pregunta: ¿ustedes saben qué versión del modelo corre en cada uno de sus equipos?' *(espera manos)* 'Ahora bajen la mano los que tuvieron que pensarlo.' *(risas)*</a:t>
            </a:r>
          </a:p>
          <a:p/>
          <a:p>
            <a:r>
              <a:t>▶ CLIC 'Aquí la respuesta sale de la nube, sin entrar a ningún equipo: ring 0, la bomba 1, versión 1.0.0, activo. Ring 1, de la 2 a la 5, la misma.'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EL ENSAYO</a:t>
            </a:r>
          </a:p>
          <a:p/>
          <a:p>
            <a:r>
              <a:t>0:05 · *reloj: 15:43*</a:t>
            </a:r>
          </a:p>
          <a:p/>
          <a:p>
            <a:r>
              <a:t>'Suficiente teoría. Les muestro lo que pasó cuando lo corrí de verdad.'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LO QUE MONTÉ Y CORRÍ</a:t>
            </a:r>
          </a:p>
          <a:p/>
          <a:p>
            <a:r>
              <a:t>0:30 · sin clics</a:t>
            </a:r>
          </a:p>
          <a:p/>
          <a:p>
            <a:r>
              <a:t>'No me traje bombas en la maleta.' *(risas)* 'Cada bomba es un contenedor en una EC2, con el agente real de Greengrass. Cinco: la 1 es el canary, de la 2 a la 5 el ring 1. Audio real y AWS de verdad, montado con Terraform desde GitHub Actions.'</a:t>
            </a:r>
          </a:p>
          <a:p/>
          <a:p>
            <a:r>
              <a:t>'Lo corrí completo el 18 de octubre, y lo que van a ver son las líneas y las gráficas de ese día.'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ACTO 1 · ESCUCHAR</a:t>
            </a:r>
          </a:p>
          <a:p/>
          <a:p>
            <a:r>
              <a:t>0:50 · sin clics · *deja que lean primero*</a:t>
            </a:r>
          </a:p>
          <a:p/>
          <a:p>
            <a:r>
              <a:t>'Esto es lo que ve uno desde la nube: cada línea es un clip que la bomba 3 escuchó y decidió.'</a:t>
            </a:r>
          </a:p>
          <a:p/>
          <a:p>
            <a:r>
              <a:t>'Normal, normal, normal… y ahí le digo a la bomba 3 que suene como la B. En ese mismo clip: alerta.'</a:t>
            </a:r>
          </a:p>
          <a:p/>
          <a:p>
            <a:r>
              <a:t>'Y esa es la respuesta del principio: la que fallaba era la B. ¿Quién votó por la B?' *(manos)* 'Oído de mecánico. Los de la A, tranquilos: para eso está el modelo.' *(risas)*</a:t>
            </a:r>
          </a:p>
          <a:p/>
          <a:p>
            <a:r>
              <a:t>'Y el audio no salió de la estación. Salió esta línea.'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2 · SIN RED, Y UNA DERIVA</a:t>
            </a:r>
          </a:p>
          <a:p/>
          <a:p>
            <a:r>
              <a:t>1:00 · sin clics</a:t>
            </a:r>
          </a:p>
          <a:p/>
          <a:p>
            <a:r>
              <a:t>'Segundo acto: a la bomba 3 le quito la red.' *(señala la izquierda)* 'La 3 desaparece, y las otras cuatro siguen como si nada.'</a:t>
            </a:r>
          </a:p>
          <a:p/>
          <a:p>
            <a:r>
              <a:t>'45 segundos después le devuelvo la red… y llegan de golpe: «arrived 41 seconds late», 32, 29, 20. Tarde, pero todas. La bomba siguió decidiendo sin red, y su cola entregó todo al volver.'</a:t>
            </a:r>
          </a:p>
          <a:p/>
          <a:p>
            <a:r>
              <a:t>*(señala la gráfica)* 'Y a la bomba 5 le cambié la velocidad. ¿Errores? Ninguno. Pero la entrada salta de 0,8 a 1,8. La primera señal del paso seis… en diferido.' *(risas)*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3 · RING DEPLOYMENT Y ROLLBACK</a:t>
            </a:r>
          </a:p>
          <a:p/>
          <a:p>
            <a:r>
              <a:t>1:20 · 2 clics · *el clímax: ve despacio*</a:t>
            </a:r>
          </a:p>
          <a:p/>
          <a:p>
            <a:r>
              <a:t>'Tercer acto. Mando la versión 2.0.0, solo al ring 0. Se entrenó con más audio. Y más datos es mejor modelo, ¿cierto?' *(pausa)* 'Llegó en 17 segundos, sin errores. Para Greengrass, perfecto.'</a:t>
            </a:r>
          </a:p>
          <a:p/>
          <a:p>
            <a:r>
              <a:t>'Pongo a fallar la bomba 1… «normal», «missed fault», «normal», «missed fault». La bomba falla y la versión nueva no avisa.'</a:t>
            </a:r>
          </a:p>
          <a:p/>
          <a:p>
            <a:r>
              <a:t>'¿Qué pasó? ¿Se acuerdan de los datos? Ese audio extra traía una semana en que una bomba ya venía fallando, y nadie lo revisó. El modelo aprendió que fallar es lo normal. No es un bug de código: es un bug de datos.'</a:t>
            </a:r>
          </a:p>
          <a:p/>
          <a:p>
            <a:r>
              <a:t>'Y ahora nadie toca nada. La alarma pasa a ALARM, la Lambda devuelve la 1.0.0, y la bomba 1 vuelve a alertar. Ochenta y ocho segundos. Nadie entró al equipo, y el ring 1 nunca recibió la versión mala.' *(pausa)* 'Ese era el nombre del ring 0 en la consola: rollback.'</a:t>
            </a:r>
          </a:p>
          <a:p/>
          <a:p>
            <a:r>
              <a:t>▶ CLIC 'Así se vio la alarma: las fallas que nadie oyó pasan de 8, y esa franja roja es el momento en ALARM.'</a:t>
            </a:r>
          </a:p>
          <a:p/>
          <a:p>
            <a:r>
              <a:t>▶ CLIC *(mirando a la sala, despacio)* 'Greengrass revierte despliegues fallidos, pero no modelos equivocados. Ese gate lo tiene que poner uno.'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19:28 al entrar*</a:t>
            </a:r>
          </a:p>
          <a:p/>
          <a:p>
            <a:r>
              <a:t>'Les dejo cinco cosas. Casi nadie las hace el lunes… pero los que las hacen duermen más tranquilos.'</a:t>
            </a:r>
          </a:p>
          <a:p/>
          <a:p>
            <a:r>
              <a:t>'Una: el modelo es un artefacto, con versión, huella y firma, sobre un equipo que arranca seguro.'</a:t>
            </a:r>
          </a:p>
          <a:p/>
          <a:p>
            <a:r>
              <a:t>▶ CLIC 'Dos: midan en el chip de verdad, con batería baja y con calor.'</a:t>
            </a:r>
          </a:p>
          <a:p/>
          <a:p>
            <a:r>
              <a:t>▶ CLIC 'Tres: desplieguen por rings, con un gate que mire al modelo, no solo al proceso.'</a:t>
            </a:r>
          </a:p>
          <a:p/>
          <a:p>
            <a:r>
              <a:t>▶ CLIC 'Cuatro: diseñen para estar sin red. Cola local, decisiones locales.'</a:t>
            </a:r>
          </a:p>
          <a:p/>
          <a:p>
            <a:r>
              <a:t>▶ CLIC 'Y cinco: vigilen tres señales: entrada, salida y autenticidad. El audio, que se quede en el equipo.'</a:t>
            </a:r>
          </a:p>
          <a:p/>
          <a:p>
            <a:r>
              <a:t>*(Si el reloj marca 19:50 o menos: «¿Saben qué fue lo primero que se me dañó? La primera vez que monté esto, ninguna bomba arrancaba. Horas buscando, y era que el instalador decide el formato del archivo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 · *cierre circular*</a:t>
            </a:r>
          </a:p>
          <a:p/>
          <a:p>
            <a:r>
              <a:t>'¿Se acuerdan de la pregunta del principio? ¿Esta bomba está fallando?' *(▶ B, tres segundos)*</a:t>
            </a:r>
          </a:p>
          <a:p/>
          <a:p>
            <a:r>
              <a:t>'Ustedes la oyeron. Desde la nube, nadie la oyó… y no hacía falta.'</a:t>
            </a:r>
          </a:p>
          <a:p/>
          <a:p>
            <a:r>
              <a:t>▶ CLIC 'Esto fue lo único que salió de la estación: la bomba 3, versión 1.0.0, alerta. Unos cientos de bytes.'</a:t>
            </a:r>
          </a:p>
          <a:p/>
          <a:p>
            <a:r>
              <a:t>▶ CLIC 'Porque uno no necesita ver el modelo. Necesita que el modelo le cuente.' *(pausa)*</a:t>
            </a:r>
          </a:p>
          <a:p/>
          <a:p>
            <a:r>
              <a:t>'Y una última pregunta: si mañana uno de sus modelos deja de oír… ¿quién se va a enterar primero? ¿Ustedes… o la vereda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'Todo está en el repo de ese QR: el código, las láminas y este guion. Tómenle foto.'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*(espera el aplauso)* 'Con todo gusto respondo sus preguntas.'</a:t>
            </a:r>
          </a:p>
          <a:p/>
          <a:p>
            <a:r>
              <a:t>*Anexos: en PowerPoint escribe el número de la lámina y Enter (A1 = 32 … A8 = 39);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mensaje dice qué bomba decidió, con qué versión y la huella exacta del modelo; un número de secuencia y la hora de la decisión; el score, el umbral y si alertó; cómo venía la entrada y la latencia. La hora de llegada la pone la regla de IoT: la diferencia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'Yo solo mandé la 2.0.0 al ring 0. La bomba 1 trajo su desired state, bajó de S3, verificó la huella e instaló: para Greengrass, todo bien. Pero la versión nueva no avisaba las fallas. Cada mensaje pasa por la regla, cae en CloudWatch, y un filtro cuenta las fallas que nadie oyó. Con ocho en un minuto salta la alarma, llama a la Lambda, la Lambda pregunta en Parameter Store cuál fue la última versión buena y la despliega solo en el ring 0. De ahí en adelante, nadie toca nada.'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'Tres casos: si un archivo cambió y la huella no cuadra; si el componente no instala o no arranca; y si fallan muchos equipos del ring. Lo que no ve: un modelo que corre perfecto y decide mal. Eso solo lo ven los eventos del modelo y una alarma que los mire.'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pieza tiene lo mínimo: la bomba lee su bucket y publica en su tema, con su identidad; la regla escribe en sus logs; la Lambda crea el despliegue y lee un parámetro. El costo lo pone sobre todo la EC2, y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'Cambian cinco cosas: un resumen por minuto en vez de un mensaje por clip; la cola a disco; el agente liviano en equipos pequeños; el canary comparado contra 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dato. PSI para rangos o categorías, con umbrales que son más costumbre que estadística. Kolmogorov-Smirnov con pocas muestras. Wasserstein para saber cuánto se movió. Jensen-Shannon, entre cero y uno, cómodo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pide a los sistemas de alto riesgo registrar eventos durante toda su vida, guardarlos seis meses y monitorearlos en el mercado.'</a:t>
            </a:r>
          </a:p>
          <a:p/>
          <a:p>
            <a:r>
              <a:t>▶ CLIC 'En Estados Unidos, el marco de riesgo del NIST: voluntario, pero el idioma común.'</a:t>
            </a:r>
          </a:p>
          <a:p/>
          <a:p>
            <a:r>
              <a:t>▶ CLIC 'Y la ISO 42001: la 27001 para IA, certificable.'</a:t>
            </a:r>
          </a:p>
          <a:p/>
          <a:p>
            <a:r>
              <a:t>▶ CLIC 'Todos piden lo mismo que uno necesita para operar: qué corre, qué decidió y cómo devolverse.'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'Las de un servicio las conocemos: latencia, tráfico, errores y saturación. Las de un modelo: qué decide, con cuánta seguridad, si lo que le llega se parece a lo que aprendió, y qué versión corre dónde.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'El audio crudo de mil bombas: 2,76 terabytes al día.'</a:t>
            </a:r>
          </a:p>
          <a:p/>
          <a:p>
            <a:r>
              <a:t>▶ CLIC 'Un mensaje cada 10 segundos: 8,64 millones al día.'</a:t>
            </a:r>
          </a:p>
          <a:p/>
          <a:p>
            <a:r>
              <a:t>▶ CLIC 'Un resumen por minuto: 1,44 millones. Y el audio, quietico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El ensayo</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ENSAYO</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